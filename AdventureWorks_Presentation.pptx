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8" r:id="rId3"/>
    <p:sldId id="257" r:id="rId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307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450317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0292" y="645812"/>
            <a:ext cx="4612495" cy="2482669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320040" y="640080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Adventure Works</a:t>
            </a:r>
            <a:endParaRPr lang="en-US" sz="3800" dirty="0"/>
          </a:p>
        </p:txBody>
      </p:sp>
      <p:sp>
        <p:nvSpPr>
          <p:cNvPr id="7" name="Text 3"/>
          <p:cNvSpPr/>
          <p:nvPr/>
        </p:nvSpPr>
        <p:spPr>
          <a:xfrm>
            <a:off x="320040" y="1194888"/>
            <a:ext cx="5212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Intelligence Dashboard</a:t>
            </a:r>
            <a:endParaRPr lang="en-US" sz="2200" dirty="0"/>
          </a:p>
        </p:txBody>
      </p:sp>
      <p:sp>
        <p:nvSpPr>
          <p:cNvPr id="8" name="Shape 4"/>
          <p:cNvSpPr/>
          <p:nvPr/>
        </p:nvSpPr>
        <p:spPr>
          <a:xfrm>
            <a:off x="320040" y="1770960"/>
            <a:ext cx="3840480" cy="36576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323306" y="1843822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8C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BI Solution using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8C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Query · Data Modeling · Excel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2011680" y="3383986"/>
            <a:ext cx="1143000" cy="1142384"/>
          </a:xfrm>
          <a:prstGeom prst="rect">
            <a:avLst/>
          </a:prstGeom>
          <a:solidFill>
            <a:srgbClr val="1A2E45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1" name="Text 7"/>
          <p:cNvSpPr/>
          <p:nvPr/>
        </p:nvSpPr>
        <p:spPr>
          <a:xfrm>
            <a:off x="2048256" y="3437544"/>
            <a:ext cx="1051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$2.9B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2057400" y="3937888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A8C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</a:t>
            </a:r>
            <a:endParaRPr lang="en-US" sz="1100" b="1" dirty="0"/>
          </a:p>
        </p:txBody>
      </p:sp>
      <p:sp>
        <p:nvSpPr>
          <p:cNvPr id="13" name="Shape 9"/>
          <p:cNvSpPr/>
          <p:nvPr/>
        </p:nvSpPr>
        <p:spPr>
          <a:xfrm>
            <a:off x="3291840" y="3383986"/>
            <a:ext cx="1143000" cy="1142384"/>
          </a:xfrm>
          <a:prstGeom prst="rect">
            <a:avLst/>
          </a:prstGeom>
          <a:solidFill>
            <a:srgbClr val="1A2E45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3337560" y="3436601"/>
            <a:ext cx="1051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19,119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3337560" y="3937888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A8C7E8"/>
                </a:solidFill>
                <a:latin typeface="Calibri" pitchFamily="34" charset="0"/>
                <a:cs typeface="Calibri" pitchFamily="34" charset="-120"/>
              </a:rPr>
              <a:t>Customers</a:t>
            </a:r>
          </a:p>
        </p:txBody>
      </p:sp>
      <p:sp>
        <p:nvSpPr>
          <p:cNvPr id="16" name="Shape 12"/>
          <p:cNvSpPr/>
          <p:nvPr/>
        </p:nvSpPr>
        <p:spPr>
          <a:xfrm>
            <a:off x="4572000" y="3383986"/>
            <a:ext cx="1143000" cy="1142384"/>
          </a:xfrm>
          <a:prstGeom prst="rect">
            <a:avLst/>
          </a:prstGeom>
          <a:solidFill>
            <a:srgbClr val="1A2E45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4617720" y="3437544"/>
            <a:ext cx="1051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31,465</a:t>
            </a:r>
            <a:endParaRPr lang="en-US" sz="1800" dirty="0"/>
          </a:p>
        </p:txBody>
      </p:sp>
      <p:sp>
        <p:nvSpPr>
          <p:cNvPr id="18" name="Text 14"/>
          <p:cNvSpPr/>
          <p:nvPr/>
        </p:nvSpPr>
        <p:spPr>
          <a:xfrm>
            <a:off x="4617720" y="3937888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A8C7E8"/>
                </a:solidFill>
                <a:latin typeface="Calibri" pitchFamily="34" charset="0"/>
                <a:cs typeface="Calibri" pitchFamily="34" charset="-120"/>
              </a:rPr>
              <a:t>Orders</a:t>
            </a:r>
          </a:p>
        </p:txBody>
      </p:sp>
      <p:sp>
        <p:nvSpPr>
          <p:cNvPr id="19" name="Shape 15"/>
          <p:cNvSpPr/>
          <p:nvPr/>
        </p:nvSpPr>
        <p:spPr>
          <a:xfrm>
            <a:off x="5852160" y="3383986"/>
            <a:ext cx="1143000" cy="1142384"/>
          </a:xfrm>
          <a:prstGeom prst="rect">
            <a:avLst/>
          </a:prstGeom>
          <a:solidFill>
            <a:srgbClr val="1A2E45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5897880" y="3436601"/>
            <a:ext cx="1051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274,914</a:t>
            </a:r>
            <a:endParaRPr lang="en-US" sz="1800" dirty="0"/>
          </a:p>
        </p:txBody>
      </p:sp>
      <p:sp>
        <p:nvSpPr>
          <p:cNvPr id="21" name="Text 17"/>
          <p:cNvSpPr/>
          <p:nvPr/>
        </p:nvSpPr>
        <p:spPr>
          <a:xfrm>
            <a:off x="5897880" y="3937888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A8C7E8"/>
                </a:solidFill>
                <a:latin typeface="Calibri" pitchFamily="34" charset="0"/>
                <a:cs typeface="Calibri" pitchFamily="34" charset="-120"/>
              </a:rPr>
              <a:t>Total</a:t>
            </a:r>
            <a:r>
              <a:rPr lang="en-US" sz="950" dirty="0">
                <a:solidFill>
                  <a:srgbClr val="A8C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b="1" dirty="0">
                <a:solidFill>
                  <a:srgbClr val="A8C7E8"/>
                </a:solidFill>
                <a:latin typeface="Calibri" pitchFamily="34" charset="0"/>
                <a:cs typeface="Calibri" pitchFamily="34" charset="-120"/>
              </a:rPr>
              <a:t>Qty</a:t>
            </a:r>
          </a:p>
        </p:txBody>
      </p:sp>
      <p:sp>
        <p:nvSpPr>
          <p:cNvPr id="22" name="Text 18"/>
          <p:cNvSpPr/>
          <p:nvPr/>
        </p:nvSpPr>
        <p:spPr>
          <a:xfrm>
            <a:off x="320040" y="475488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Project  |  </a:t>
            </a:r>
            <a:r>
              <a:rPr lang="en-US" sz="900" dirty="0" err="1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AdventureWorks</a:t>
            </a: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Data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2860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Architecture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731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Data to Business Insights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20040" y="10972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8C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Query — ETL &amp; Data Shaping</a:t>
            </a:r>
            <a:endParaRPr lang="en-US" sz="10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389888"/>
            <a:ext cx="3931920" cy="21945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663440" y="10972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8C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 — Data Model</a:t>
            </a:r>
            <a:endParaRPr lang="en-US" sz="10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1389888"/>
            <a:ext cx="4160520" cy="219456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320040" y="3749040"/>
            <a:ext cx="1508760" cy="1097280"/>
          </a:xfrm>
          <a:prstGeom prst="rect">
            <a:avLst/>
          </a:prstGeom>
          <a:solidFill>
            <a:srgbClr val="1A2E45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365760" y="379476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365760" y="411480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8C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Extraction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A8C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1828800" y="4251960"/>
            <a:ext cx="201168" cy="36576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2039112" y="3749040"/>
            <a:ext cx="1508760" cy="1097280"/>
          </a:xfrm>
          <a:prstGeom prst="rect">
            <a:avLst/>
          </a:prstGeom>
          <a:solidFill>
            <a:srgbClr val="1A2E45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2084832" y="379476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2084832" y="411480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8C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Query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A8C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&amp; Transform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3547872" y="4251960"/>
            <a:ext cx="201168" cy="36576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3758184" y="3749040"/>
            <a:ext cx="1508760" cy="1097280"/>
          </a:xfrm>
          <a:prstGeom prst="rect">
            <a:avLst/>
          </a:prstGeom>
          <a:solidFill>
            <a:srgbClr val="1A2E45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3803904" y="379476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500" dirty="0"/>
          </a:p>
        </p:txBody>
      </p:sp>
      <p:sp>
        <p:nvSpPr>
          <p:cNvPr id="19" name="Text 15"/>
          <p:cNvSpPr/>
          <p:nvPr/>
        </p:nvSpPr>
        <p:spPr>
          <a:xfrm>
            <a:off x="3803904" y="411480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8C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A8C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 + 4 Dims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5266944" y="4251960"/>
            <a:ext cx="201168" cy="36576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5477256" y="3749040"/>
            <a:ext cx="1508760" cy="1097280"/>
          </a:xfrm>
          <a:prstGeom prst="rect">
            <a:avLst/>
          </a:prstGeom>
          <a:solidFill>
            <a:srgbClr val="1A2E45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5522976" y="379476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500" dirty="0"/>
          </a:p>
        </p:txBody>
      </p:sp>
      <p:sp>
        <p:nvSpPr>
          <p:cNvPr id="23" name="Text 19"/>
          <p:cNvSpPr/>
          <p:nvPr/>
        </p:nvSpPr>
        <p:spPr>
          <a:xfrm>
            <a:off x="5522976" y="411480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8C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Formulas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A8C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&amp; Calcs</a:t>
            </a:r>
            <a:endParaRPr lang="en-US" sz="900" dirty="0"/>
          </a:p>
        </p:txBody>
      </p:sp>
      <p:sp>
        <p:nvSpPr>
          <p:cNvPr id="24" name="Shape 20"/>
          <p:cNvSpPr/>
          <p:nvPr/>
        </p:nvSpPr>
        <p:spPr>
          <a:xfrm>
            <a:off x="6986016" y="4251960"/>
            <a:ext cx="201168" cy="36576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7196328" y="3749040"/>
            <a:ext cx="1508760" cy="1097280"/>
          </a:xfrm>
          <a:prstGeom prst="rect">
            <a:avLst/>
          </a:prstGeom>
          <a:solidFill>
            <a:srgbClr val="1A2E45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7242048" y="379476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500" dirty="0"/>
          </a:p>
        </p:txBody>
      </p:sp>
      <p:sp>
        <p:nvSpPr>
          <p:cNvPr id="27" name="Text 23"/>
          <p:cNvSpPr/>
          <p:nvPr/>
        </p:nvSpPr>
        <p:spPr>
          <a:xfrm>
            <a:off x="7242048" y="411480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8C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A8C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Viz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56692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Adventure Works Sales Performance</a:t>
            </a:r>
            <a:endParaRPr lang="en-US" sz="11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888" y="1554480"/>
            <a:ext cx="4206240" cy="25603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28600" y="1005840"/>
            <a:ext cx="452628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D5E6F5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228600" y="1005840"/>
            <a:ext cx="54864" cy="841248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47472" y="106984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📈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841248" y="106984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Month: August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41248" y="1353312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$391M in sales — the highest monthly revenue, driven by Bikes &amp; Accessories demand.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228600" y="1975104"/>
            <a:ext cx="452628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D5E6F5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28600" y="1975104"/>
            <a:ext cx="54864" cy="841248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47472" y="203911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🌍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841248" y="203911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Territory: Southwest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841248" y="2322576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$697M total — outperforming all other regions by over 30%.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228600" y="2944368"/>
            <a:ext cx="452628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D5E6F5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228600" y="2944368"/>
            <a:ext cx="54864" cy="841248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47472" y="300837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🚲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841248" y="300837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Bikes Dominate Revenue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841248" y="3291840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41% of total sales from Bikes; Accessories follow at 32% with 19,524 orders.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228600" y="3913632"/>
            <a:ext cx="452628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D5E6F5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228600" y="3913632"/>
            <a:ext cx="54864" cy="841248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47472" y="39776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📦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841248" y="39776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 Mix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841248" y="4261104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active ship methods tracked — enabling targeted logistics cost analysis.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274320" y="4901184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0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Adventure Works Analysis  |  Excel Dashboard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169</Words>
  <Application>Microsoft Office PowerPoint</Application>
  <PresentationFormat>On-screen Show (16:9)</PresentationFormat>
  <Paragraphs>50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Adventure Works Analysis</dc:title>
  <dc:subject>PptxGenJS Presentation</dc:subject>
  <dc:creator>PptxGenJS</dc:creator>
  <cp:lastModifiedBy>Lenovo</cp:lastModifiedBy>
  <cp:revision>5</cp:revision>
  <dcterms:created xsi:type="dcterms:W3CDTF">2026-04-26T11:48:59Z</dcterms:created>
  <dcterms:modified xsi:type="dcterms:W3CDTF">2026-04-26T12:21:23Z</dcterms:modified>
</cp:coreProperties>
</file>